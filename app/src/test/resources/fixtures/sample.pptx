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제목 슬라이드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본문 내용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